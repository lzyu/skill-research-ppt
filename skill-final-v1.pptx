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25755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6720" y="3429000"/>
            <a:ext cx="8534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6720" y="3566160"/>
            <a:ext cx="3666968" cy="123443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093688" y="3566160"/>
            <a:ext cx="2213024" cy="123443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06712" y="3566160"/>
            <a:ext cx="1388147" cy="123443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694860" y="3566160"/>
            <a:ext cx="878328" cy="123443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73188" y="3566160"/>
            <a:ext cx="728481" cy="123443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301670" y="3566160"/>
            <a:ext cx="2097849" cy="123443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6720" y="3703320"/>
            <a:ext cx="207264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82240" y="3703320"/>
            <a:ext cx="207264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3703320"/>
            <a:ext cx="207264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3280" y="3703320"/>
            <a:ext cx="207264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48800" y="3703320"/>
            <a:ext cx="207264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840480"/>
            <a:ext cx="914400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Top3 = 27,922 + 16,851 + 10,570 = 55,343；其余 4 类 + 未分类 19.1%。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977639"/>
            <a:ext cx="11338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谁被下载：四类来源 Top5（共 20 个）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4210812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显示名 / 所有者 · 下载量；按 DownloadCount 降序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6720" y="4306824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6720" y="4409694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6720" y="4416552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" y="4416552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1792" y="4498848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 · 1,156,332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6720" y="4636008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" y="4636008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" y="4718304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 · 20,876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6720" y="4855464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" y="4855464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床垫选购顾问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1792" y="4937760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 · 19,487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6720" y="5074920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" y="5074920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" y="5157216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 · 16,285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6720" y="5294376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1792" y="5294376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1792" y="5376672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 · 12,861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4306824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91840" y="4409694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291840" y="4416552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86912" y="4416552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Mysteel_PriceSearch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86912" y="4498848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 · 31,477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91840" y="4636008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86912" y="4636008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weather天气查询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86912" y="4718304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 · 5,818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1840" y="4855464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86912" y="4855464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86912" y="4937760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 · 3,844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91840" y="5074920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86912" y="5074920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 Vetter 安全扫描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86912" y="5157216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 · 3,781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91840" y="5294376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86912" y="5294376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86912" y="5376672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 · 2,666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56960" y="4306824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56960" y="4409694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56960" y="4416552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52032" y="4416552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小包公智能法律专家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52032" y="4498848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 · 27,742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156960" y="4636008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52032" y="4636008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小包公智能合同起草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52032" y="4718304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 · 26,770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56960" y="4855464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2032" y="4855464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小包公智能合同审查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52032" y="4937760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 · 10,637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156960" y="5074920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52032" y="5074920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小包公合同自动纠错工具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52032" y="5157216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 · 10,566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56960" y="5294376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52032" y="5294376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小包公合同自动排版工具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52032" y="5376672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 · 10,555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022080" y="4306824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022080" y="4409694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022080" y="4416552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17152" y="4416552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床垫试睡权益顾问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217152" y="4498848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 · 13,082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22080" y="4636008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217152" y="4636008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新房低异味床垫顾问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17152" y="4718304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 · 12,583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22080" y="4855464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217152" y="4855464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招标中标数据查询API，标讯日更新30万+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17152" y="4937760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 · 11,312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22080" y="5074920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217152" y="5074920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3000档床垫预算顾问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17152" y="5157216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 · 11,273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022080" y="5294376"/>
            <a:ext cx="195072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217152" y="5294376"/>
            <a:ext cx="248716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企业画像与上下游关系分析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217152" y="5376672"/>
            <a:ext cx="248716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 · 10,207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720" y="558927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全站个人/企业/镜像约三分；Top10000 镜像 72.4%、拿走 40.3% 下载，企业单条最强，付费不足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21.6%，Top100 43.7%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总下载 1.51 亿 · 中位 4,251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43.7%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中 2,301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8,570 / 789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960962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5,629 / 1971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653844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3,830 / 7240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整体中位 4,251；企业单条最高，个人高于镜像。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19.3%，Top10000 付费仅 0.7%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Top10000：付费 0.7%（68 条）、API Key 30.3%；Pay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读法：镜像撑数量也撑总下载，企业撑单条；付费沉在长尾，API 在头部。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