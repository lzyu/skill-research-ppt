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生态画像：全站社区 68.4%、ClawHub 31.6%，企业是交叉标签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全站社区 + ClawHub 覆盖全站，企业 34.9% 叠加；Top5000 里个人下载份额最高，企业单条最强。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谁在供给：社区 13.7 万，ClawHub 6.3 万，企业 7.0 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来源计数（可重叠）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137,017 / 68.4%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ClawHub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816721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企业（交叉）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902011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69,938 / 34.9%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社区 + ClawHub = 200,419，正好覆盖全站；
企业是叠加在两者上的交叉标签，三者不能相加。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24.2%，Top100 48.9%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总下载 1.35 亿 · 中位 7,521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24.2%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48.9%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77.3%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中 1,519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12,725 / 633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1003720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8,730 / 1245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776762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6,756 / 3122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整体中位 7,521；企业单条最高，个人高于镜像。2,883 个上架方，Top10 占 37.9% 下载。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19.3%，Top5000 付费仅 1.0%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Top5000：付费 1.0%（50 条）、API Key 28.8%；Pay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读法：全站社区 + ClawHub 覆盖全站，企业 34.9% 是叠加；Top5000 里企业单条最强，付费只有 1%。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