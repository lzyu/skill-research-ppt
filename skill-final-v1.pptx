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"/>
    <p:sldId id="281" r:id="rId23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1.xml"/><Relationship Id="rId2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182422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实测：iic/fun-denoise 5.3k 浏览 / 782 下载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139696"/>
            <a:ext cx="48768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36601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供给：数量很大，原创很薄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64033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6880" y="2667762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6880" y="2667762"/>
            <a:ext cx="7872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520" y="264033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337 / 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85978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06880" y="2887218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06880" y="2887218"/>
            <a:ext cx="12847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9520" y="2859786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550 / &lt;1%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307924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06880" y="3106674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706880" y="3106674"/>
            <a:ext cx="60285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9520" y="3079242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25,808 / 30.9%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32986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06880" y="3326130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706880" y="3326130"/>
            <a:ext cx="1327140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79520" y="3298698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56,814 / 68.0%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3531870"/>
            <a:ext cx="560832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官方 337 条；垂直约 550；镜像 25,808 条；其余约 5.68 万（按总数估算）。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366010"/>
            <a:ext cx="536448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消费：上架即沉默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中位下载（样本 2,400）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0768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65.9%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768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Top1% 技能拿走下载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品牌/垂直中位 vs 长尾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9840" y="3429000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下载含 CLI / 镜像拉取，不等于用户数；样本偏向推荐位，真实中位更低。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432054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个二级类目里 24 个是 0 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449199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4491990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27,928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46702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06880" y="4697730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706880" y="4697730"/>
            <a:ext cx="1397950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0" y="4670298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16,854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484860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706880" y="4876038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706880" y="4876038"/>
            <a:ext cx="876642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4848606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10,569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6720" y="5026914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6880" y="5054346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706880" y="5054346"/>
            <a:ext cx="554568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0" y="5026914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6,686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52052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6880" y="5232654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706880" y="5232654"/>
            <a:ext cx="459845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5205222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5,544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6720" y="541782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开发工具 + 代码质检 + 媒体处理 = 55,351 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984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谁被下载：品牌 &gt; 官方 &gt; 长尾 &gt; 镜像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39840" y="442341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4560" y="442341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516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39840" y="464286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02880" y="4670298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802880" y="4670298"/>
            <a:ext cx="1325525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4560" y="464286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374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40" y="48623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02880" y="4889754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802880" y="4889754"/>
            <a:ext cx="52453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4560" y="486232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39840" y="508177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802880" y="5109210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802880" y="5109210"/>
            <a:ext cx="513906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14560" y="508177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9840" y="531495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最高异常：1.15M 下载 / 592 浏览；下载不宜直接当用户数。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关键能力：20 万供给、多路安装、云端试跑、TRACE 评分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 万 Skill，来源三条线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20.0 万 Skill / 13 类 / 1,999 家企业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ClawHub 同步 + 社区 + 企业；来源可重叠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Web / CLI / GitHub / Agent 发布；版本、可见性、团队审核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来源记录可重叠：community / enterprise / clawhub 不可直接相加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21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分发与安装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21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Web、CLI、API、DSH、ZIP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skillhub search / install &lt;slug&gt; --dir ./skills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装到宿主目录；Claude Code / Cursor / Codex 等可发现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不自动装 pip/npm 依赖，也不执行包内脚本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 ./skills；不指定 --dir 可能不被宿主识别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云端试跑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从「能装」到「能跑」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前端已有 sandbox / session / 运行案例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支持创建、恢复、清理会话，保存结果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本次只读核查，未登录实测隔离、成功率、费用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官方文档列沙箱 / 会话 / 文件处理；公开 API 契约未完整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21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TRACE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21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从「能装」到「可评」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 维、15 子项；抽样 40 条有效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均分 4.54 / 5；72.5% ≥ 4.5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企业覆盖 100%、社区 74%、ClawHub 0%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评测绑定 versionId；旧版本 / 未评测版本可能为空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" y="55206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关键差异：不只是 20 万供给，而是把云端试跑和 TRACE 接进分发；但评测覆盖还不均。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生态画像：全站个人 34.0%、企业 34.4%、镜像 31.6%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720" y="740664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全站个人/企业/镜像约三分；Top10000 镜像 72.4%、拿走 40.3% 下载，企业单条最强，付费不足 1%。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谁在供给：个人 34.0%、企业 34.4%、镜像 31.6%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200,419 条 · 条数占比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" y="13716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9344" y="139903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09344" y="1399032"/>
            <a:ext cx="1747283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1295" y="137160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68,158 / 34.0%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157734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5" y="157734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68,859 / 34.4%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" y="178308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09344" y="181051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9344" y="1810512"/>
            <a:ext cx="1623946" cy="68580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5" y="178308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63,402 / 31.6%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2023110"/>
            <a:ext cx="536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按来源标签折算：个人 = 社区 137,017 − 企业 68,859；
企业 = 1,999 家 publishedSkillCount 合计；镜像 = ClawHub 63,402。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分类：全站商业 / 专业 / AI / 开发居前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 · 条数占比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35788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商业运营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135788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50876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专业服务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536192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0" y="1536192"/>
            <a:ext cx="102348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150876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659636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AI 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1687068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0" y="1687068"/>
            <a:ext cx="98819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165963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1810512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开发编程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1837944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15200" y="1837944"/>
            <a:ext cx="935254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0" y="181051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961388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内容创作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1988820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0" y="1988820"/>
            <a:ext cx="82937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196138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9.4%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211226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设计多媒体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213969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15200" y="2139696"/>
            <a:ext cx="65291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0" y="211226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7.4%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276856"/>
            <a:ext cx="5364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其余 6 类 34.7%；12 个内容分类覆盖全站；Pay Skill 10.0% 为多标签，另计。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消费集中度：Top10 21.6%，Top100 43.7%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总下载 1.51 亿 · 中位 4,251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72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 占比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21.6%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 占比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43.7%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672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 占比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69.1%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0896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Top1000 占比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3874769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中 2,301 条 installs=0；下载含 CLI / 镜像，不等于使用。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谁被下载：企业 &gt; 个人 &gt; 镜像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· 单条中位下载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05181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83040" y="305181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8,570 / 789 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34290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 / 社区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98080" y="345643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498080" y="3456432"/>
            <a:ext cx="960962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83040" y="342900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5,629 / 1971 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80619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498080" y="383362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498080" y="3833622"/>
            <a:ext cx="653844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83040" y="380619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3,830 / 7240 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046220"/>
            <a:ext cx="536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整体中位 4,251；企业单条最高，个人高于镜像。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6720" y="4354830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付费与 API Key：全站 10.0% / 19.3%，Top10000 付费仅 0.7%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6720" y="4512564"/>
            <a:ext cx="10972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条；Pay Skill 20,125、API Key 38,646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672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10.0%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72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Pay Skill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456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19.3%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9456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API Key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0" y="4677156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付费标签 17,123（8.5%）、支付宝 2,901（1.4%）；Pay Skill 且 API Key 331 条。
Top10000：付费 0.7%（68 条）、API Key 30.3%；Pay Skill 分类 0 条。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6720" y="579501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读法：镜像撑数量也撑总下载，企业撑单条；付费沉在长尾，API 在头部。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