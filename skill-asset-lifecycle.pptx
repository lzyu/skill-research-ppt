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四段实际做法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>
            <a:noFill/>
          </a:ln>
        </p:spPr>
      </p:sp>
      <p:pic>
        <p:nvPicPr>
          <p:cNvPr id="4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字 5"/>
          <p:cNvSpPr txBox="1"/>
          <p:nvPr/>
        </p:nvSpPr>
        <p:spPr>
          <a:xfrm>
            <a:off x="533400" y="387350"/>
            <a:ext cx="2485827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18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 LIFECYCLE · 四段实际做法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533400" y="628650"/>
            <a:ext cx="7613452" cy="412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spc="-41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一个 Skill 的四段路：写出来 → 发出去 → 装进去 → 用起来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533400" y="1099245"/>
            <a:ext cx="486569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 以 </a:t>
            </a:r>
            <a:endParaRPr/>
          </a:p>
        </p:txBody>
      </p:sp>
      <p:sp>
        <p:nvSpPr>
          <p:cNvPr id="8" name="文字 8"/>
          <p:cNvSpPr txBox="1"/>
          <p:nvPr/>
        </p:nvSpPr>
        <p:spPr>
          <a:xfrm>
            <a:off x="1007269" y="1117914"/>
            <a:ext cx="555923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SKILL.md</a:t>
            </a:r>
            <a:endParaRPr/>
          </a:p>
        </p:txBody>
      </p:sp>
      <p:sp>
        <p:nvSpPr>
          <p:cNvPr id="9" name="文字 9"/>
          <p:cNvSpPr txBox="1"/>
          <p:nvPr/>
        </p:nvSpPr>
        <p:spPr>
          <a:xfrm>
            <a:off x="1550491" y="1099245"/>
            <a:ext cx="5035352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为入口，按需配脚本 / 资料 / 模板；四段路各有具体做法，用完的反馈再回到生产。</a:t>
            </a:r>
            <a:endParaRPr/>
          </a:p>
        </p:txBody>
      </p:sp>
      <p:pic>
        <p:nvPicPr>
          <p:cNvPr id="10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51670"/>
            <a:ext cx="2571750" cy="3798788"/>
          </a:xfrm>
          <a:prstGeom prst="rect">
            <a:avLst/>
          </a:prstGeom>
        </p:spPr>
      </p:pic>
      <p:sp>
        <p:nvSpPr>
          <p:cNvPr id="11" name="文字 11"/>
          <p:cNvSpPr txBox="1"/>
          <p:nvPr/>
        </p:nvSpPr>
        <p:spPr>
          <a:xfrm>
            <a:off x="692150" y="1686024"/>
            <a:ext cx="279202" cy="279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pc="-95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1047552" y="1604070"/>
            <a:ext cx="393700" cy="266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生产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1047552" y="1858069"/>
            <a:ext cx="464642" cy="95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117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PRODUCE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692150" y="2073970"/>
            <a:ext cx="16891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把一次做对的过程写下来</a:t>
            </a:r>
            <a:endParaRPr/>
          </a:p>
        </p:txBody>
      </p:sp>
      <p:pic>
        <p:nvPicPr>
          <p:cNvPr id="15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" y="2391470"/>
            <a:ext cx="2254250" cy="378619"/>
          </a:xfrm>
          <a:prstGeom prst="rect">
            <a:avLst/>
          </a:prstGeom>
        </p:spPr>
      </p:pic>
      <p:sp>
        <p:nvSpPr>
          <p:cNvPr id="16" name="文字 16"/>
          <p:cNvSpPr txBox="1"/>
          <p:nvPr/>
        </p:nvSpPr>
        <p:spPr>
          <a:xfrm>
            <a:off x="793750" y="2416489"/>
            <a:ext cx="555923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SKILL.md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1336973" y="2397820"/>
            <a:ext cx="1460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：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1470323" y="2416489"/>
            <a:ext cx="284361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name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1741984" y="2397820"/>
            <a:ext cx="1460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、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1875334" y="2416489"/>
            <a:ext cx="75961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description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2622252" y="2397820"/>
            <a:ext cx="1460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，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793750" y="2587129"/>
            <a:ext cx="14795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正文写步骤、异常与验收</a:t>
            </a:r>
            <a:endParaRPr/>
          </a:p>
        </p:txBody>
      </p:sp>
      <p:pic>
        <p:nvPicPr>
          <p:cNvPr id="23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50" y="2846288"/>
            <a:ext cx="2254250" cy="378619"/>
          </a:xfrm>
          <a:prstGeom prst="rect">
            <a:avLst/>
          </a:prstGeom>
        </p:spPr>
      </p:pic>
      <p:sp>
        <p:nvSpPr>
          <p:cNvPr id="24" name="文字 24"/>
          <p:cNvSpPr txBox="1"/>
          <p:nvPr/>
        </p:nvSpPr>
        <p:spPr>
          <a:xfrm>
            <a:off x="793750" y="2852638"/>
            <a:ext cx="1905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跑 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971550" y="2871307"/>
            <a:ext cx="963315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$skill-creator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1922165" y="2852638"/>
            <a:ext cx="7239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生成草稿，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793750" y="3041948"/>
            <a:ext cx="9461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再拿真实任务改</a:t>
            </a:r>
            <a:endParaRPr/>
          </a:p>
        </p:txBody>
      </p:sp>
      <p:pic>
        <p:nvPicPr>
          <p:cNvPr id="28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50" y="3301107"/>
            <a:ext cx="2254250" cy="378619"/>
          </a:xfrm>
          <a:prstGeom prst="rect">
            <a:avLst/>
          </a:prstGeom>
        </p:spPr>
      </p:pic>
      <p:sp>
        <p:nvSpPr>
          <p:cNvPr id="29" name="文字 29"/>
          <p:cNvSpPr txBox="1"/>
          <p:nvPr/>
        </p:nvSpPr>
        <p:spPr>
          <a:xfrm>
            <a:off x="793750" y="3307457"/>
            <a:ext cx="1412081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现成 MCP / API / SOP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793750" y="3496766"/>
            <a:ext cx="14795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封装成方法，并声明依赖</a:t>
            </a:r>
            <a:endParaRPr/>
          </a:p>
        </p:txBody>
      </p:sp>
      <p:pic>
        <p:nvPicPr>
          <p:cNvPr id="31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150" y="3755926"/>
            <a:ext cx="2254250" cy="378619"/>
          </a:xfrm>
          <a:prstGeom prst="rect">
            <a:avLst/>
          </a:prstGeom>
        </p:spPr>
      </p:pic>
      <p:sp>
        <p:nvSpPr>
          <p:cNvPr id="32" name="文字 32"/>
          <p:cNvSpPr txBox="1"/>
          <p:nvPr/>
        </p:nvSpPr>
        <p:spPr>
          <a:xfrm>
            <a:off x="793750" y="3762276"/>
            <a:ext cx="1657251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用「该用 / 不该用 / 边界」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793750" y="3951585"/>
            <a:ext cx="14795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三类任务验证触发与结果</a:t>
            </a:r>
            <a:endParaRPr/>
          </a:p>
        </p:txBody>
      </p:sp>
      <p:pic>
        <p:nvPicPr>
          <p:cNvPr id="34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150" y="4210745"/>
            <a:ext cx="2254250" cy="378619"/>
          </a:xfrm>
          <a:prstGeom prst="rect">
            <a:avLst/>
          </a:prstGeom>
        </p:spPr>
      </p:pic>
      <p:sp>
        <p:nvSpPr>
          <p:cNvPr id="35" name="文字 35"/>
          <p:cNvSpPr txBox="1"/>
          <p:nvPr/>
        </p:nvSpPr>
        <p:spPr>
          <a:xfrm>
            <a:off x="793750" y="4217095"/>
            <a:ext cx="13462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留一个能跑通的样例，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793750" y="4406404"/>
            <a:ext cx="12128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再写清不适用的情况</a:t>
            </a:r>
            <a:endParaRPr/>
          </a:p>
        </p:txBody>
      </p:sp>
      <p:sp>
        <p:nvSpPr>
          <p:cNvPr id="37" name="形状 37"/>
          <p:cNvSpPr/>
          <p:nvPr/>
        </p:nvSpPr>
        <p:spPr>
          <a:xfrm>
            <a:off x="692150" y="4778772"/>
            <a:ext cx="2254250" cy="465336"/>
          </a:xfrm>
          <a:prstGeom prst="roundRect">
            <a:avLst>
              <a:gd name="adj" fmla="val 13646"/>
            </a:avLst>
          </a:prstGeom>
          <a:solidFill>
            <a:srgbClr val="FBF4EE">
              <a:alpha val="100000"/>
            </a:srgbClr>
          </a:solidFill>
          <a:ln>
            <a:noFill/>
          </a:ln>
        </p:spPr>
      </p:sp>
      <p:sp>
        <p:nvSpPr>
          <p:cNvPr id="38" name="文字 38"/>
          <p:cNvSpPr txBox="1"/>
          <p:nvPr/>
        </p:nvSpPr>
        <p:spPr>
          <a:xfrm>
            <a:off x="781050" y="4886722"/>
            <a:ext cx="187722" cy="114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u="none" spc="39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产物</a:t>
            </a:r>
            <a:endParaRPr/>
          </a:p>
        </p:txBody>
      </p:sp>
      <p:sp>
        <p:nvSpPr>
          <p:cNvPr id="39" name="文字 39"/>
          <p:cNvSpPr txBox="1"/>
          <p:nvPr/>
        </p:nvSpPr>
        <p:spPr>
          <a:xfrm>
            <a:off x="1013222" y="4866719"/>
            <a:ext cx="498475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7" b="1" i="0" u="none" spc="-8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SKILL.md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1498997" y="4861322"/>
            <a:ext cx="14992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+ 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1636216" y="4866719"/>
            <a:ext cx="498475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7" b="1" i="0" u="none" spc="-8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scripts/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1013222" y="5023187"/>
            <a:ext cx="680641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7" b="1" i="0" u="none" spc="-8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references/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1681163" y="5017790"/>
            <a:ext cx="58172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+ 评测记录</a:t>
            </a:r>
            <a:endParaRPr/>
          </a:p>
        </p:txBody>
      </p:sp>
      <p:pic>
        <p:nvPicPr>
          <p:cNvPr id="44" name="slide-001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9600" y="3274814"/>
            <a:ext cx="190500" cy="152400"/>
          </a:xfrm>
          <a:prstGeom prst="rect">
            <a:avLst/>
          </a:prstGeom>
        </p:spPr>
      </p:pic>
      <p:pic>
        <p:nvPicPr>
          <p:cNvPr id="45" name="slide-001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4550" y="1451670"/>
            <a:ext cx="2571750" cy="3798788"/>
          </a:xfrm>
          <a:prstGeom prst="rect">
            <a:avLst/>
          </a:prstGeom>
        </p:spPr>
      </p:pic>
      <p:sp>
        <p:nvSpPr>
          <p:cNvPr id="46" name="文字 46"/>
          <p:cNvSpPr txBox="1"/>
          <p:nvPr/>
        </p:nvSpPr>
        <p:spPr>
          <a:xfrm>
            <a:off x="3543300" y="1686024"/>
            <a:ext cx="279201" cy="279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pc="-95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3898702" y="1604070"/>
            <a:ext cx="393700" cy="266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分发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3898702" y="1858069"/>
            <a:ext cx="658316" cy="95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117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DISTRIBUTE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3543300" y="2073970"/>
            <a:ext cx="15367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把确定的版本交到手上</a:t>
            </a:r>
            <a:endParaRPr/>
          </a:p>
        </p:txBody>
      </p:sp>
      <p:pic>
        <p:nvPicPr>
          <p:cNvPr id="50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3300" y="2391470"/>
            <a:ext cx="2254250" cy="378619"/>
          </a:xfrm>
          <a:prstGeom prst="rect">
            <a:avLst/>
          </a:prstGeom>
        </p:spPr>
      </p:pic>
      <p:sp>
        <p:nvSpPr>
          <p:cNvPr id="51" name="文字 51"/>
          <p:cNvSpPr txBox="1"/>
          <p:nvPr/>
        </p:nvSpPr>
        <p:spPr>
          <a:xfrm>
            <a:off x="3644900" y="2397820"/>
            <a:ext cx="1741388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Git 仓库：目录 + 提交历史，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3644900" y="2587129"/>
            <a:ext cx="1268016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ref 指向实际 commit</a:t>
            </a:r>
            <a:endParaRPr/>
          </a:p>
        </p:txBody>
      </p:sp>
      <p:pic>
        <p:nvPicPr>
          <p:cNvPr id="53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43300" y="2846288"/>
            <a:ext cx="2254250" cy="378619"/>
          </a:xfrm>
          <a:prstGeom prst="rect">
            <a:avLst/>
          </a:prstGeom>
        </p:spPr>
      </p:pic>
      <p:sp>
        <p:nvSpPr>
          <p:cNvPr id="54" name="文字 54"/>
          <p:cNvSpPr txBox="1"/>
          <p:nvPr/>
        </p:nvSpPr>
        <p:spPr>
          <a:xfrm>
            <a:off x="3644900" y="2852638"/>
            <a:ext cx="1568847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ZIP / 目录包：离线交付，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3644900" y="3041948"/>
            <a:ext cx="12128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附依赖与完整性说明</a:t>
            </a:r>
            <a:endParaRPr/>
          </a:p>
        </p:txBody>
      </p:sp>
      <p:pic>
        <p:nvPicPr>
          <p:cNvPr id="56" name="slide-001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43300" y="3301107"/>
            <a:ext cx="2254250" cy="378619"/>
          </a:xfrm>
          <a:prstGeom prst="rect">
            <a:avLst/>
          </a:prstGeom>
        </p:spPr>
      </p:pic>
      <p:sp>
        <p:nvSpPr>
          <p:cNvPr id="57" name="文字 57"/>
          <p:cNvSpPr txBox="1"/>
          <p:nvPr/>
        </p:nvSpPr>
        <p:spPr>
          <a:xfrm>
            <a:off x="3644900" y="3307457"/>
            <a:ext cx="2019697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市场目录（如 Skills.sh）做发现，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3644900" y="3496766"/>
            <a:ext cx="664269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CLI 负责取</a:t>
            </a:r>
            <a:endParaRPr/>
          </a:p>
        </p:txBody>
      </p:sp>
      <p:pic>
        <p:nvPicPr>
          <p:cNvPr id="59" name="slide-001-image-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43300" y="3755926"/>
            <a:ext cx="2254250" cy="378619"/>
          </a:xfrm>
          <a:prstGeom prst="rect">
            <a:avLst/>
          </a:prstGeom>
        </p:spPr>
      </p:pic>
      <p:sp>
        <p:nvSpPr>
          <p:cNvPr id="60" name="文字 60"/>
          <p:cNvSpPr txBox="1"/>
          <p:nvPr/>
        </p:nvSpPr>
        <p:spPr>
          <a:xfrm>
            <a:off x="3644900" y="3762276"/>
            <a:ext cx="525165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Plugin：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4157365" y="3780945"/>
            <a:ext cx="75961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plugin.json</a:t>
            </a:r>
            <a:endParaRPr/>
          </a:p>
        </p:txBody>
      </p:sp>
      <p:sp>
        <p:nvSpPr>
          <p:cNvPr id="62" name="文字 62"/>
          <p:cNvSpPr txBox="1"/>
          <p:nvPr/>
        </p:nvSpPr>
        <p:spPr>
          <a:xfrm>
            <a:off x="4904284" y="3762276"/>
            <a:ext cx="182265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+ </a:t>
            </a:r>
            <a:endParaRPr/>
          </a:p>
        </p:txBody>
      </p:sp>
      <p:sp>
        <p:nvSpPr>
          <p:cNvPr id="63" name="文字 63"/>
          <p:cNvSpPr txBox="1"/>
          <p:nvPr/>
        </p:nvSpPr>
        <p:spPr>
          <a:xfrm>
            <a:off x="5073848" y="3780945"/>
            <a:ext cx="488057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skills/</a:t>
            </a:r>
            <a:endParaRPr/>
          </a:p>
        </p:txBody>
      </p:sp>
      <p:sp>
        <p:nvSpPr>
          <p:cNvPr id="64" name="文字 64"/>
          <p:cNvSpPr txBox="1"/>
          <p:nvPr/>
        </p:nvSpPr>
        <p:spPr>
          <a:xfrm>
            <a:off x="3644900" y="3951585"/>
            <a:ext cx="137815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+ 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3770015" y="3970254"/>
            <a:ext cx="555922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mcp.json</a:t>
            </a:r>
            <a:endParaRPr/>
          </a:p>
        </p:txBody>
      </p:sp>
      <p:sp>
        <p:nvSpPr>
          <p:cNvPr id="66" name="文字 66"/>
          <p:cNvSpPr txBox="1"/>
          <p:nvPr/>
        </p:nvSpPr>
        <p:spPr>
          <a:xfrm>
            <a:off x="4313237" y="3951585"/>
            <a:ext cx="5905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组合交付</a:t>
            </a:r>
            <a:endParaRPr/>
          </a:p>
        </p:txBody>
      </p:sp>
      <p:pic>
        <p:nvPicPr>
          <p:cNvPr id="67" name="slide-001-image-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43300" y="4210745"/>
            <a:ext cx="2254250" cy="378619"/>
          </a:xfrm>
          <a:prstGeom prst="rect">
            <a:avLst/>
          </a:prstGeom>
        </p:spPr>
      </p:pic>
      <p:sp>
        <p:nvSpPr>
          <p:cNvPr id="68" name="文字 68"/>
          <p:cNvSpPr txBox="1"/>
          <p:nvPr/>
        </p:nvSpPr>
        <p:spPr>
          <a:xfrm>
            <a:off x="3644900" y="4217095"/>
            <a:ext cx="1573609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托管 API：上传 ZIP，返回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3644900" y="4425073"/>
            <a:ext cx="555923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skill_id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4188123" y="4406404"/>
            <a:ext cx="182265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+ 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4357688" y="4425073"/>
            <a:ext cx="488057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version</a:t>
            </a:r>
            <a:endParaRPr/>
          </a:p>
        </p:txBody>
      </p:sp>
      <p:sp>
        <p:nvSpPr>
          <p:cNvPr id="72" name="形状 72"/>
          <p:cNvSpPr/>
          <p:nvPr/>
        </p:nvSpPr>
        <p:spPr>
          <a:xfrm>
            <a:off x="3543300" y="4778772"/>
            <a:ext cx="2254250" cy="465336"/>
          </a:xfrm>
          <a:prstGeom prst="roundRect">
            <a:avLst>
              <a:gd name="adj" fmla="val 13646"/>
            </a:avLst>
          </a:prstGeom>
          <a:solidFill>
            <a:srgbClr val="FBF4EE">
              <a:alpha val="100000"/>
            </a:srgbClr>
          </a:solidFill>
          <a:ln>
            <a:noFill/>
          </a:ln>
        </p:spPr>
      </p:sp>
      <p:sp>
        <p:nvSpPr>
          <p:cNvPr id="73" name="文字 73"/>
          <p:cNvSpPr txBox="1"/>
          <p:nvPr/>
        </p:nvSpPr>
        <p:spPr>
          <a:xfrm>
            <a:off x="3632200" y="4886722"/>
            <a:ext cx="187722" cy="114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u="none" spc="39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产物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3864372" y="4861322"/>
            <a:ext cx="1373287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发布包 + 来源 / 版本 / 许可</a:t>
            </a:r>
            <a:endParaRPr/>
          </a:p>
        </p:txBody>
      </p:sp>
      <p:sp>
        <p:nvSpPr>
          <p:cNvPr id="75" name="文字 75"/>
          <p:cNvSpPr txBox="1"/>
          <p:nvPr/>
        </p:nvSpPr>
        <p:spPr>
          <a:xfrm>
            <a:off x="3864372" y="5017790"/>
            <a:ext cx="618927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Plugin 另含 </a:t>
            </a:r>
            <a:endParaRPr/>
          </a:p>
        </p:txBody>
      </p:sp>
      <p:sp>
        <p:nvSpPr>
          <p:cNvPr id="76" name="文字 76"/>
          <p:cNvSpPr txBox="1"/>
          <p:nvPr/>
        </p:nvSpPr>
        <p:spPr>
          <a:xfrm>
            <a:off x="4470599" y="5023187"/>
            <a:ext cx="498475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7" b="1" i="0" u="none" spc="-8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mcp.json</a:t>
            </a:r>
            <a:endParaRPr/>
          </a:p>
        </p:txBody>
      </p:sp>
      <p:pic>
        <p:nvPicPr>
          <p:cNvPr id="77" name="slide-001-image-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00750" y="3274814"/>
            <a:ext cx="190500" cy="152400"/>
          </a:xfrm>
          <a:prstGeom prst="rect">
            <a:avLst/>
          </a:prstGeom>
        </p:spPr>
      </p:pic>
      <p:pic>
        <p:nvPicPr>
          <p:cNvPr id="78" name="slide-001-image-1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35700" y="1451670"/>
            <a:ext cx="2571750" cy="3798788"/>
          </a:xfrm>
          <a:prstGeom prst="rect">
            <a:avLst/>
          </a:prstGeom>
        </p:spPr>
      </p:pic>
      <p:sp>
        <p:nvSpPr>
          <p:cNvPr id="79" name="文字 79"/>
          <p:cNvSpPr txBox="1"/>
          <p:nvPr/>
        </p:nvSpPr>
        <p:spPr>
          <a:xfrm>
            <a:off x="6394450" y="1686024"/>
            <a:ext cx="279201" cy="279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pc="-95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80" name="文字 80"/>
          <p:cNvSpPr txBox="1"/>
          <p:nvPr/>
        </p:nvSpPr>
        <p:spPr>
          <a:xfrm>
            <a:off x="6749852" y="1604070"/>
            <a:ext cx="393700" cy="266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安装</a:t>
            </a:r>
            <a:endParaRPr/>
          </a:p>
        </p:txBody>
      </p:sp>
      <p:sp>
        <p:nvSpPr>
          <p:cNvPr id="81" name="文字 81"/>
          <p:cNvSpPr txBox="1"/>
          <p:nvPr/>
        </p:nvSpPr>
        <p:spPr>
          <a:xfrm>
            <a:off x="6749852" y="1858069"/>
            <a:ext cx="464641" cy="95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117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INSTALL</a:t>
            </a:r>
            <a:endParaRPr/>
          </a:p>
        </p:txBody>
      </p:sp>
      <p:sp>
        <p:nvSpPr>
          <p:cNvPr id="82" name="文字 82"/>
          <p:cNvSpPr txBox="1"/>
          <p:nvPr/>
        </p:nvSpPr>
        <p:spPr>
          <a:xfrm>
            <a:off x="6394450" y="2073970"/>
            <a:ext cx="15367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让宿主发现并跑得起来</a:t>
            </a:r>
            <a:endParaRPr/>
          </a:p>
        </p:txBody>
      </p:sp>
      <p:pic>
        <p:nvPicPr>
          <p:cNvPr id="83" name="slide-001-image-1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94450" y="2391470"/>
            <a:ext cx="2254250" cy="378619"/>
          </a:xfrm>
          <a:prstGeom prst="rect">
            <a:avLst/>
          </a:prstGeom>
        </p:spPr>
      </p:pic>
      <p:sp>
        <p:nvSpPr>
          <p:cNvPr id="84" name="文字 84"/>
          <p:cNvSpPr txBox="1"/>
          <p:nvPr/>
        </p:nvSpPr>
        <p:spPr>
          <a:xfrm>
            <a:off x="6496050" y="2397820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复制到 </a:t>
            </a:r>
            <a:endParaRPr/>
          </a:p>
        </p:txBody>
      </p:sp>
      <p:sp>
        <p:nvSpPr>
          <p:cNvPr id="85" name="文字 85"/>
          <p:cNvSpPr txBox="1"/>
          <p:nvPr/>
        </p:nvSpPr>
        <p:spPr>
          <a:xfrm>
            <a:off x="6940550" y="2416489"/>
            <a:ext cx="1167011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~/.claude/skills/</a:t>
            </a:r>
            <a:endParaRPr/>
          </a:p>
        </p:txBody>
      </p:sp>
      <p:sp>
        <p:nvSpPr>
          <p:cNvPr id="86" name="文字 86"/>
          <p:cNvSpPr txBox="1"/>
          <p:nvPr/>
        </p:nvSpPr>
        <p:spPr>
          <a:xfrm>
            <a:off x="8094861" y="2397820"/>
            <a:ext cx="1460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、</a:t>
            </a:r>
            <a:endParaRPr/>
          </a:p>
        </p:txBody>
      </p:sp>
      <p:sp>
        <p:nvSpPr>
          <p:cNvPr id="87" name="文字 87"/>
          <p:cNvSpPr txBox="1"/>
          <p:nvPr/>
        </p:nvSpPr>
        <p:spPr>
          <a:xfrm>
            <a:off x="6496050" y="2605798"/>
            <a:ext cx="1167011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~/.agents/skills/</a:t>
            </a:r>
            <a:endParaRPr/>
          </a:p>
        </p:txBody>
      </p:sp>
      <p:sp>
        <p:nvSpPr>
          <p:cNvPr id="88" name="文字 88"/>
          <p:cNvSpPr txBox="1"/>
          <p:nvPr/>
        </p:nvSpPr>
        <p:spPr>
          <a:xfrm>
            <a:off x="7650361" y="2587129"/>
            <a:ext cx="946149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（也可项目级）</a:t>
            </a:r>
            <a:endParaRPr/>
          </a:p>
        </p:txBody>
      </p:sp>
      <p:pic>
        <p:nvPicPr>
          <p:cNvPr id="89" name="slide-001-image-1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94450" y="2846288"/>
            <a:ext cx="2254250" cy="378619"/>
          </a:xfrm>
          <a:prstGeom prst="rect">
            <a:avLst/>
          </a:prstGeom>
        </p:spPr>
      </p:pic>
      <p:sp>
        <p:nvSpPr>
          <p:cNvPr id="90" name="文字 90"/>
          <p:cNvSpPr txBox="1"/>
          <p:nvPr/>
        </p:nvSpPr>
        <p:spPr>
          <a:xfrm>
            <a:off x="6496050" y="2852638"/>
            <a:ext cx="353219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CLI：</a:t>
            </a:r>
            <a:endParaRPr/>
          </a:p>
        </p:txBody>
      </p:sp>
      <p:sp>
        <p:nvSpPr>
          <p:cNvPr id="91" name="文字 91"/>
          <p:cNvSpPr txBox="1"/>
          <p:nvPr/>
        </p:nvSpPr>
        <p:spPr>
          <a:xfrm>
            <a:off x="6836569" y="2871307"/>
            <a:ext cx="1438573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npx skills add &lt;repo&gt;</a:t>
            </a:r>
            <a:endParaRPr/>
          </a:p>
        </p:txBody>
      </p:sp>
      <p:sp>
        <p:nvSpPr>
          <p:cNvPr id="92" name="文字 92"/>
          <p:cNvSpPr txBox="1"/>
          <p:nvPr/>
        </p:nvSpPr>
        <p:spPr>
          <a:xfrm>
            <a:off x="6496050" y="3060617"/>
            <a:ext cx="177810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--skill &lt;name&gt; -g -a codex</a:t>
            </a:r>
            <a:endParaRPr/>
          </a:p>
        </p:txBody>
      </p:sp>
      <p:pic>
        <p:nvPicPr>
          <p:cNvPr id="93" name="slide-001-image-1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94450" y="3301107"/>
            <a:ext cx="2254250" cy="378619"/>
          </a:xfrm>
          <a:prstGeom prst="rect">
            <a:avLst/>
          </a:prstGeom>
        </p:spPr>
      </p:pic>
      <p:sp>
        <p:nvSpPr>
          <p:cNvPr id="94" name="文字 94"/>
          <p:cNvSpPr txBox="1"/>
          <p:nvPr/>
        </p:nvSpPr>
        <p:spPr>
          <a:xfrm>
            <a:off x="6496050" y="3307457"/>
            <a:ext cx="686197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 内：</a:t>
            </a:r>
            <a:endParaRPr/>
          </a:p>
        </p:txBody>
      </p:sp>
      <p:sp>
        <p:nvSpPr>
          <p:cNvPr id="95" name="文字 95"/>
          <p:cNvSpPr txBox="1"/>
          <p:nvPr/>
        </p:nvSpPr>
        <p:spPr>
          <a:xfrm>
            <a:off x="7169547" y="3326126"/>
            <a:ext cx="1099146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$skill-installer</a:t>
            </a:r>
            <a:endParaRPr/>
          </a:p>
        </p:txBody>
      </p:sp>
      <p:sp>
        <p:nvSpPr>
          <p:cNvPr id="96" name="文字 96"/>
          <p:cNvSpPr txBox="1"/>
          <p:nvPr/>
        </p:nvSpPr>
        <p:spPr>
          <a:xfrm>
            <a:off x="6496050" y="3496766"/>
            <a:ext cx="14795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从指定仓库装，并报位置</a:t>
            </a:r>
            <a:endParaRPr/>
          </a:p>
        </p:txBody>
      </p:sp>
      <p:pic>
        <p:nvPicPr>
          <p:cNvPr id="97" name="slide-001-image-20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94450" y="3755926"/>
            <a:ext cx="2254250" cy="378619"/>
          </a:xfrm>
          <a:prstGeom prst="rect">
            <a:avLst/>
          </a:prstGeom>
        </p:spPr>
      </p:pic>
      <p:sp>
        <p:nvSpPr>
          <p:cNvPr id="98" name="文字 98"/>
          <p:cNvSpPr txBox="1"/>
          <p:nvPr/>
        </p:nvSpPr>
        <p:spPr>
          <a:xfrm>
            <a:off x="6496050" y="3762276"/>
            <a:ext cx="4127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云端：</a:t>
            </a:r>
            <a:endParaRPr/>
          </a:p>
        </p:txBody>
      </p:sp>
      <p:sp>
        <p:nvSpPr>
          <p:cNvPr id="99" name="文字 99"/>
          <p:cNvSpPr txBox="1"/>
          <p:nvPr/>
        </p:nvSpPr>
        <p:spPr>
          <a:xfrm>
            <a:off x="6896100" y="3780945"/>
            <a:ext cx="1031181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skill_reference</a:t>
            </a:r>
            <a:endParaRPr/>
          </a:p>
        </p:txBody>
      </p:sp>
      <p:sp>
        <p:nvSpPr>
          <p:cNvPr id="100" name="文字 100"/>
          <p:cNvSpPr txBox="1"/>
          <p:nvPr/>
        </p:nvSpPr>
        <p:spPr>
          <a:xfrm>
            <a:off x="6496050" y="3951585"/>
            <a:ext cx="1905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挂 </a:t>
            </a:r>
            <a:endParaRPr/>
          </a:p>
        </p:txBody>
      </p:sp>
      <p:sp>
        <p:nvSpPr>
          <p:cNvPr id="101" name="文字 101"/>
          <p:cNvSpPr txBox="1"/>
          <p:nvPr/>
        </p:nvSpPr>
        <p:spPr>
          <a:xfrm>
            <a:off x="6673850" y="3970254"/>
            <a:ext cx="555923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skill_id</a:t>
            </a:r>
            <a:endParaRPr/>
          </a:p>
        </p:txBody>
      </p:sp>
      <p:sp>
        <p:nvSpPr>
          <p:cNvPr id="102" name="文字 102"/>
          <p:cNvSpPr txBox="1"/>
          <p:nvPr/>
        </p:nvSpPr>
        <p:spPr>
          <a:xfrm>
            <a:off x="7217073" y="3951585"/>
            <a:ext cx="182265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+ </a:t>
            </a:r>
            <a:endParaRPr/>
          </a:p>
        </p:txBody>
      </p:sp>
      <p:sp>
        <p:nvSpPr>
          <p:cNvPr id="103" name="文字 103"/>
          <p:cNvSpPr txBox="1"/>
          <p:nvPr/>
        </p:nvSpPr>
        <p:spPr>
          <a:xfrm>
            <a:off x="7386638" y="3970254"/>
            <a:ext cx="488057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version</a:t>
            </a:r>
            <a:endParaRPr/>
          </a:p>
        </p:txBody>
      </p:sp>
      <p:pic>
        <p:nvPicPr>
          <p:cNvPr id="104" name="slide-001-image-21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94450" y="4210745"/>
            <a:ext cx="2254250" cy="378619"/>
          </a:xfrm>
          <a:prstGeom prst="rect">
            <a:avLst/>
          </a:prstGeom>
        </p:spPr>
      </p:pic>
      <p:sp>
        <p:nvSpPr>
          <p:cNvPr id="105" name="文字 105"/>
          <p:cNvSpPr txBox="1"/>
          <p:nvPr/>
        </p:nvSpPr>
        <p:spPr>
          <a:xfrm>
            <a:off x="6496050" y="4217095"/>
            <a:ext cx="9461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查依赖与权限，</a:t>
            </a:r>
            <a:endParaRPr/>
          </a:p>
        </p:txBody>
      </p:sp>
      <p:sp>
        <p:nvSpPr>
          <p:cNvPr id="106" name="文字 106"/>
          <p:cNvSpPr txBox="1"/>
          <p:nvPr/>
        </p:nvSpPr>
        <p:spPr>
          <a:xfrm>
            <a:off x="6496050" y="4406404"/>
            <a:ext cx="12128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跑一个最小任务验证</a:t>
            </a:r>
            <a:endParaRPr/>
          </a:p>
        </p:txBody>
      </p:sp>
      <p:sp>
        <p:nvSpPr>
          <p:cNvPr id="107" name="形状 107"/>
          <p:cNvSpPr/>
          <p:nvPr/>
        </p:nvSpPr>
        <p:spPr>
          <a:xfrm>
            <a:off x="6394450" y="4778772"/>
            <a:ext cx="2254250" cy="465336"/>
          </a:xfrm>
          <a:prstGeom prst="roundRect">
            <a:avLst>
              <a:gd name="adj" fmla="val 13646"/>
            </a:avLst>
          </a:prstGeom>
          <a:solidFill>
            <a:srgbClr val="FBF4EE">
              <a:alpha val="100000"/>
            </a:srgbClr>
          </a:solidFill>
          <a:ln>
            <a:noFill/>
          </a:ln>
        </p:spPr>
      </p:sp>
      <p:sp>
        <p:nvSpPr>
          <p:cNvPr id="108" name="文字 108"/>
          <p:cNvSpPr txBox="1"/>
          <p:nvPr/>
        </p:nvSpPr>
        <p:spPr>
          <a:xfrm>
            <a:off x="6483350" y="4886722"/>
            <a:ext cx="187722" cy="114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u="none" spc="39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产物</a:t>
            </a:r>
            <a:endParaRPr/>
          </a:p>
        </p:txBody>
      </p:sp>
      <p:sp>
        <p:nvSpPr>
          <p:cNvPr id="109" name="文字 109"/>
          <p:cNvSpPr txBox="1"/>
          <p:nvPr/>
        </p:nvSpPr>
        <p:spPr>
          <a:xfrm>
            <a:off x="6715523" y="4861322"/>
            <a:ext cx="1013519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安装实例 + 就绪检查</a:t>
            </a:r>
            <a:endParaRPr/>
          </a:p>
        </p:txBody>
      </p:sp>
      <p:sp>
        <p:nvSpPr>
          <p:cNvPr id="110" name="文字 110"/>
          <p:cNvSpPr txBox="1"/>
          <p:nvPr/>
        </p:nvSpPr>
        <p:spPr>
          <a:xfrm>
            <a:off x="6715523" y="5017790"/>
            <a:ext cx="120015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记下宿主、作用域、版本</a:t>
            </a:r>
            <a:endParaRPr/>
          </a:p>
        </p:txBody>
      </p:sp>
      <p:pic>
        <p:nvPicPr>
          <p:cNvPr id="111" name="slide-001-image-22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51900" y="3274814"/>
            <a:ext cx="190500" cy="152400"/>
          </a:xfrm>
          <a:prstGeom prst="rect">
            <a:avLst/>
          </a:prstGeom>
        </p:spPr>
      </p:pic>
      <p:pic>
        <p:nvPicPr>
          <p:cNvPr id="112" name="slide-001-image-23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86850" y="1451670"/>
            <a:ext cx="2571750" cy="3798788"/>
          </a:xfrm>
          <a:prstGeom prst="rect">
            <a:avLst/>
          </a:prstGeom>
        </p:spPr>
      </p:pic>
      <p:sp>
        <p:nvSpPr>
          <p:cNvPr id="113" name="文字 113"/>
          <p:cNvSpPr txBox="1"/>
          <p:nvPr/>
        </p:nvSpPr>
        <p:spPr>
          <a:xfrm>
            <a:off x="9245601" y="1686024"/>
            <a:ext cx="279201" cy="279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pc="-95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</a:t>
            </a:r>
            <a:endParaRPr/>
          </a:p>
        </p:txBody>
      </p:sp>
      <p:sp>
        <p:nvSpPr>
          <p:cNvPr id="114" name="文字 114"/>
          <p:cNvSpPr txBox="1"/>
          <p:nvPr/>
        </p:nvSpPr>
        <p:spPr>
          <a:xfrm>
            <a:off x="9601002" y="1604070"/>
            <a:ext cx="393700" cy="266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使用</a:t>
            </a:r>
            <a:endParaRPr/>
          </a:p>
        </p:txBody>
      </p:sp>
      <p:sp>
        <p:nvSpPr>
          <p:cNvPr id="115" name="文字 115"/>
          <p:cNvSpPr txBox="1"/>
          <p:nvPr/>
        </p:nvSpPr>
        <p:spPr>
          <a:xfrm>
            <a:off x="9601002" y="1858069"/>
            <a:ext cx="206375" cy="95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117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USE</a:t>
            </a:r>
            <a:endParaRPr/>
          </a:p>
        </p:txBody>
      </p:sp>
      <p:sp>
        <p:nvSpPr>
          <p:cNvPr id="116" name="文字 116"/>
          <p:cNvSpPr txBox="1"/>
          <p:nvPr/>
        </p:nvSpPr>
        <p:spPr>
          <a:xfrm>
            <a:off x="9245601" y="2073970"/>
            <a:ext cx="1536699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选中、加载，交付结果</a:t>
            </a:r>
            <a:endParaRPr/>
          </a:p>
        </p:txBody>
      </p:sp>
      <p:pic>
        <p:nvPicPr>
          <p:cNvPr id="117" name="slide-001-image-24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45601" y="2391470"/>
            <a:ext cx="2254250" cy="378619"/>
          </a:xfrm>
          <a:prstGeom prst="rect">
            <a:avLst/>
          </a:prstGeom>
        </p:spPr>
      </p:pic>
      <p:sp>
        <p:nvSpPr>
          <p:cNvPr id="118" name="文字 118"/>
          <p:cNvSpPr txBox="1"/>
          <p:nvPr/>
        </p:nvSpPr>
        <p:spPr>
          <a:xfrm>
            <a:off x="9347200" y="2397820"/>
            <a:ext cx="17462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提目标、输入、约束和验收；</a:t>
            </a:r>
            <a:endParaRPr/>
          </a:p>
        </p:txBody>
      </p:sp>
      <p:sp>
        <p:nvSpPr>
          <p:cNvPr id="119" name="文字 119"/>
          <p:cNvSpPr txBox="1"/>
          <p:nvPr/>
        </p:nvSpPr>
        <p:spPr>
          <a:xfrm>
            <a:off x="9347200" y="2587129"/>
            <a:ext cx="597198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 按 </a:t>
            </a:r>
            <a:endParaRPr/>
          </a:p>
        </p:txBody>
      </p:sp>
      <p:sp>
        <p:nvSpPr>
          <p:cNvPr id="120" name="文字 120"/>
          <p:cNvSpPr txBox="1"/>
          <p:nvPr/>
        </p:nvSpPr>
        <p:spPr>
          <a:xfrm>
            <a:off x="9931698" y="2605798"/>
            <a:ext cx="75961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description</a:t>
            </a:r>
            <a:endParaRPr/>
          </a:p>
        </p:txBody>
      </p:sp>
      <p:sp>
        <p:nvSpPr>
          <p:cNvPr id="121" name="文字 121"/>
          <p:cNvSpPr txBox="1"/>
          <p:nvPr/>
        </p:nvSpPr>
        <p:spPr>
          <a:xfrm>
            <a:off x="10678617" y="2587129"/>
            <a:ext cx="1905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选</a:t>
            </a:r>
            <a:endParaRPr/>
          </a:p>
        </p:txBody>
      </p:sp>
      <p:pic>
        <p:nvPicPr>
          <p:cNvPr id="122" name="slide-001-image-25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245601" y="2846288"/>
            <a:ext cx="2254250" cy="378619"/>
          </a:xfrm>
          <a:prstGeom prst="rect">
            <a:avLst/>
          </a:prstGeom>
        </p:spPr>
      </p:pic>
      <p:sp>
        <p:nvSpPr>
          <p:cNvPr id="123" name="文字 123"/>
          <p:cNvSpPr txBox="1"/>
          <p:nvPr/>
        </p:nvSpPr>
        <p:spPr>
          <a:xfrm>
            <a:off x="9347200" y="2852638"/>
            <a:ext cx="1064717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点名：Claude 用 </a:t>
            </a:r>
            <a:endParaRPr/>
          </a:p>
        </p:txBody>
      </p:sp>
      <p:sp>
        <p:nvSpPr>
          <p:cNvPr id="124" name="文字 124"/>
          <p:cNvSpPr txBox="1"/>
          <p:nvPr/>
        </p:nvSpPr>
        <p:spPr>
          <a:xfrm>
            <a:off x="10399217" y="2871307"/>
            <a:ext cx="103118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/pdf-processing</a:t>
            </a:r>
            <a:endParaRPr/>
          </a:p>
        </p:txBody>
      </p:sp>
      <p:sp>
        <p:nvSpPr>
          <p:cNvPr id="125" name="文字 125"/>
          <p:cNvSpPr txBox="1"/>
          <p:nvPr/>
        </p:nvSpPr>
        <p:spPr>
          <a:xfrm>
            <a:off x="9347200" y="3041948"/>
            <a:ext cx="630138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Codex 用 </a:t>
            </a:r>
            <a:endParaRPr/>
          </a:p>
        </p:txBody>
      </p:sp>
      <p:sp>
        <p:nvSpPr>
          <p:cNvPr id="126" name="文字 126"/>
          <p:cNvSpPr txBox="1"/>
          <p:nvPr/>
        </p:nvSpPr>
        <p:spPr>
          <a:xfrm>
            <a:off x="9964638" y="3060617"/>
            <a:ext cx="1031181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$pdf-processing</a:t>
            </a:r>
            <a:endParaRPr/>
          </a:p>
        </p:txBody>
      </p:sp>
      <p:pic>
        <p:nvPicPr>
          <p:cNvPr id="127" name="slide-001-image-26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45601" y="3301107"/>
            <a:ext cx="2254250" cy="378619"/>
          </a:xfrm>
          <a:prstGeom prst="rect">
            <a:avLst/>
          </a:prstGeom>
        </p:spPr>
      </p:pic>
      <p:sp>
        <p:nvSpPr>
          <p:cNvPr id="128" name="文字 128"/>
          <p:cNvSpPr txBox="1"/>
          <p:nvPr/>
        </p:nvSpPr>
        <p:spPr>
          <a:xfrm>
            <a:off x="9347200" y="3307457"/>
            <a:ext cx="11684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渐进加载：目录 → </a:t>
            </a:r>
            <a:endParaRPr/>
          </a:p>
        </p:txBody>
      </p:sp>
      <p:sp>
        <p:nvSpPr>
          <p:cNvPr id="129" name="文字 129"/>
          <p:cNvSpPr txBox="1"/>
          <p:nvPr/>
        </p:nvSpPr>
        <p:spPr>
          <a:xfrm>
            <a:off x="10502900" y="3326126"/>
            <a:ext cx="555922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SKILL.md</a:t>
            </a:r>
            <a:endParaRPr/>
          </a:p>
        </p:txBody>
      </p:sp>
      <p:sp>
        <p:nvSpPr>
          <p:cNvPr id="130" name="文字 130"/>
          <p:cNvSpPr txBox="1"/>
          <p:nvPr/>
        </p:nvSpPr>
        <p:spPr>
          <a:xfrm>
            <a:off x="11046123" y="3307457"/>
            <a:ext cx="1905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→</a:t>
            </a:r>
            <a:endParaRPr/>
          </a:p>
        </p:txBody>
      </p:sp>
      <p:sp>
        <p:nvSpPr>
          <p:cNvPr id="131" name="文字 131"/>
          <p:cNvSpPr txBox="1"/>
          <p:nvPr/>
        </p:nvSpPr>
        <p:spPr>
          <a:xfrm>
            <a:off x="9347200" y="3496766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按需读 </a:t>
            </a:r>
            <a:endParaRPr/>
          </a:p>
        </p:txBody>
      </p:sp>
      <p:sp>
        <p:nvSpPr>
          <p:cNvPr id="132" name="文字 132"/>
          <p:cNvSpPr txBox="1"/>
          <p:nvPr/>
        </p:nvSpPr>
        <p:spPr>
          <a:xfrm>
            <a:off x="9791700" y="3515435"/>
            <a:ext cx="75961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references/</a:t>
            </a:r>
            <a:endParaRPr/>
          </a:p>
        </p:txBody>
      </p:sp>
      <p:sp>
        <p:nvSpPr>
          <p:cNvPr id="133" name="文字 133"/>
          <p:cNvSpPr txBox="1"/>
          <p:nvPr/>
        </p:nvSpPr>
        <p:spPr>
          <a:xfrm>
            <a:off x="10538619" y="3496766"/>
            <a:ext cx="3238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、跑 </a:t>
            </a:r>
            <a:endParaRPr/>
          </a:p>
        </p:txBody>
      </p:sp>
      <p:sp>
        <p:nvSpPr>
          <p:cNvPr id="134" name="文字 134"/>
          <p:cNvSpPr txBox="1"/>
          <p:nvPr/>
        </p:nvSpPr>
        <p:spPr>
          <a:xfrm>
            <a:off x="10849769" y="3515435"/>
            <a:ext cx="555922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3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scripts/</a:t>
            </a:r>
            <a:endParaRPr/>
          </a:p>
        </p:txBody>
      </p:sp>
      <p:pic>
        <p:nvPicPr>
          <p:cNvPr id="135" name="slide-001-image-27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245601" y="3755926"/>
            <a:ext cx="2254250" cy="378619"/>
          </a:xfrm>
          <a:prstGeom prst="rect">
            <a:avLst/>
          </a:prstGeom>
        </p:spPr>
      </p:pic>
      <p:sp>
        <p:nvSpPr>
          <p:cNvPr id="136" name="文字 136"/>
          <p:cNvSpPr txBox="1"/>
          <p:nvPr/>
        </p:nvSpPr>
        <p:spPr>
          <a:xfrm>
            <a:off x="9347200" y="3762276"/>
            <a:ext cx="14795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执行后验收，记录版本、</a:t>
            </a:r>
            <a:endParaRPr/>
          </a:p>
        </p:txBody>
      </p:sp>
      <p:sp>
        <p:nvSpPr>
          <p:cNvPr id="137" name="文字 137"/>
          <p:cNvSpPr txBox="1"/>
          <p:nvPr/>
        </p:nvSpPr>
        <p:spPr>
          <a:xfrm>
            <a:off x="9347200" y="3951585"/>
            <a:ext cx="6794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环境与修正</a:t>
            </a:r>
            <a:endParaRPr/>
          </a:p>
        </p:txBody>
      </p:sp>
      <p:pic>
        <p:nvPicPr>
          <p:cNvPr id="138" name="slide-001-image-28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245601" y="4210745"/>
            <a:ext cx="2254250" cy="378619"/>
          </a:xfrm>
          <a:prstGeom prst="rect">
            <a:avLst/>
          </a:prstGeom>
        </p:spPr>
      </p:pic>
      <p:sp>
        <p:nvSpPr>
          <p:cNvPr id="139" name="文字 139"/>
          <p:cNvSpPr txBox="1"/>
          <p:nvPr/>
        </p:nvSpPr>
        <p:spPr>
          <a:xfrm>
            <a:off x="9347200" y="4217095"/>
            <a:ext cx="18796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结果不合格时，先分清是方法、</a:t>
            </a:r>
            <a:endParaRPr/>
          </a:p>
        </p:txBody>
      </p:sp>
      <p:sp>
        <p:nvSpPr>
          <p:cNvPr id="140" name="文字 140"/>
          <p:cNvSpPr txBox="1"/>
          <p:nvPr/>
        </p:nvSpPr>
        <p:spPr>
          <a:xfrm>
            <a:off x="9347200" y="4406404"/>
            <a:ext cx="10795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输入还是环境问题</a:t>
            </a:r>
            <a:endParaRPr/>
          </a:p>
        </p:txBody>
      </p:sp>
      <p:sp>
        <p:nvSpPr>
          <p:cNvPr id="141" name="形状 141"/>
          <p:cNvSpPr/>
          <p:nvPr/>
        </p:nvSpPr>
        <p:spPr>
          <a:xfrm>
            <a:off x="9245601" y="4778772"/>
            <a:ext cx="2254250" cy="465336"/>
          </a:xfrm>
          <a:prstGeom prst="roundRect">
            <a:avLst>
              <a:gd name="adj" fmla="val 13646"/>
            </a:avLst>
          </a:prstGeom>
          <a:solidFill>
            <a:srgbClr val="FBF4EE">
              <a:alpha val="100000"/>
            </a:srgbClr>
          </a:solidFill>
          <a:ln>
            <a:noFill/>
          </a:ln>
        </p:spPr>
      </p:sp>
      <p:sp>
        <p:nvSpPr>
          <p:cNvPr id="142" name="文字 142"/>
          <p:cNvSpPr txBox="1"/>
          <p:nvPr/>
        </p:nvSpPr>
        <p:spPr>
          <a:xfrm>
            <a:off x="9334500" y="4886722"/>
            <a:ext cx="187722" cy="114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u="none" spc="39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产物</a:t>
            </a:r>
            <a:endParaRPr/>
          </a:p>
        </p:txBody>
      </p:sp>
      <p:sp>
        <p:nvSpPr>
          <p:cNvPr id="143" name="文字 143"/>
          <p:cNvSpPr txBox="1"/>
          <p:nvPr/>
        </p:nvSpPr>
        <p:spPr>
          <a:xfrm>
            <a:off x="9566672" y="4861322"/>
            <a:ext cx="101352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任务结果 + 使用记录</a:t>
            </a:r>
            <a:endParaRPr/>
          </a:p>
        </p:txBody>
      </p:sp>
      <p:sp>
        <p:nvSpPr>
          <p:cNvPr id="144" name="文字 144"/>
          <p:cNvSpPr txBox="1"/>
          <p:nvPr/>
        </p:nvSpPr>
        <p:spPr>
          <a:xfrm>
            <a:off x="9566672" y="5017790"/>
            <a:ext cx="8763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版本、环境、修正</a:t>
            </a:r>
            <a:endParaRPr/>
          </a:p>
        </p:txBody>
      </p:sp>
      <p:sp>
        <p:nvSpPr>
          <p:cNvPr id="145" name="形状 145"/>
          <p:cNvSpPr/>
          <p:nvPr/>
        </p:nvSpPr>
        <p:spPr>
          <a:xfrm>
            <a:off x="533400" y="5364758"/>
            <a:ext cx="11125200" cy="978892"/>
          </a:xfrm>
          <a:prstGeom prst="roundRect">
            <a:avLst>
              <a:gd name="adj" fmla="val 1037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E3E4E8">
                <a:alpha val="100000"/>
              </a:srgbClr>
            </a:solidFill>
            <a:prstDash val="solid"/>
          </a:ln>
        </p:spPr>
      </p:sp>
      <p:pic>
        <p:nvPicPr>
          <p:cNvPr id="146" name="slide-001-image-29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6750" y="5460008"/>
            <a:ext cx="10858500" cy="228600"/>
          </a:xfrm>
          <a:prstGeom prst="rect">
            <a:avLst/>
          </a:prstGeom>
        </p:spPr>
      </p:pic>
      <p:sp>
        <p:nvSpPr>
          <p:cNvPr id="147" name="形状 147"/>
          <p:cNvSpPr/>
          <p:nvPr/>
        </p:nvSpPr>
        <p:spPr>
          <a:xfrm>
            <a:off x="666750" y="5460008"/>
            <a:ext cx="429915" cy="158750"/>
          </a:xfrm>
          <a:prstGeom prst="roundRect">
            <a:avLst>
              <a:gd name="adj" fmla="val 24000"/>
            </a:avLst>
          </a:prstGeom>
          <a:solidFill>
            <a:srgbClr val="FDF0F1">
              <a:alpha val="100000"/>
            </a:srgbClr>
          </a:solidFill>
          <a:ln>
            <a:noFill/>
          </a:ln>
        </p:spPr>
      </p:sp>
      <p:sp>
        <p:nvSpPr>
          <p:cNvPr id="148" name="文字 148"/>
          <p:cNvSpPr txBox="1"/>
          <p:nvPr/>
        </p:nvSpPr>
        <p:spPr>
          <a:xfrm>
            <a:off x="730250" y="5479058"/>
            <a:ext cx="315615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45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举个例</a:t>
            </a:r>
            <a:endParaRPr/>
          </a:p>
        </p:txBody>
      </p:sp>
      <p:sp>
        <p:nvSpPr>
          <p:cNvPr id="149" name="文字 149"/>
          <p:cNvSpPr txBox="1"/>
          <p:nvPr/>
        </p:nvSpPr>
        <p:spPr>
          <a:xfrm>
            <a:off x="1185565" y="5466358"/>
            <a:ext cx="139571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PDF 处理 Skill 怎么走完四段</a:t>
            </a:r>
            <a:endParaRPr/>
          </a:p>
        </p:txBody>
      </p:sp>
      <p:sp>
        <p:nvSpPr>
          <p:cNvPr id="150" name="文字 150"/>
          <p:cNvSpPr txBox="1"/>
          <p:nvPr/>
        </p:nvSpPr>
        <p:spPr>
          <a:xfrm>
            <a:off x="10148888" y="5479058"/>
            <a:ext cx="1389063" cy="114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example · pdf-processing</a:t>
            </a:r>
            <a:endParaRPr/>
          </a:p>
        </p:txBody>
      </p:sp>
      <p:sp>
        <p:nvSpPr>
          <p:cNvPr id="151" name="文字 151"/>
          <p:cNvSpPr txBox="1"/>
          <p:nvPr/>
        </p:nvSpPr>
        <p:spPr>
          <a:xfrm>
            <a:off x="666750" y="5758458"/>
            <a:ext cx="200918" cy="95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u="none" spc="91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生产</a:t>
            </a:r>
            <a:endParaRPr/>
          </a:p>
        </p:txBody>
      </p:sp>
      <p:sp>
        <p:nvSpPr>
          <p:cNvPr id="152" name="文字 152"/>
          <p:cNvSpPr txBox="1"/>
          <p:nvPr/>
        </p:nvSpPr>
        <p:spPr>
          <a:xfrm>
            <a:off x="666750" y="5904508"/>
            <a:ext cx="17353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写 </a:t>
            </a:r>
            <a:endParaRPr/>
          </a:p>
        </p:txBody>
      </p:sp>
      <p:sp>
        <p:nvSpPr>
          <p:cNvPr id="153" name="文字 153"/>
          <p:cNvSpPr txBox="1"/>
          <p:nvPr/>
        </p:nvSpPr>
        <p:spPr>
          <a:xfrm>
            <a:off x="827584" y="5916573"/>
            <a:ext cx="52705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5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SKILL.md</a:t>
            </a:r>
            <a:endParaRPr/>
          </a:p>
        </p:txBody>
      </p:sp>
      <p:sp>
        <p:nvSpPr>
          <p:cNvPr id="154" name="文字 154"/>
          <p:cNvSpPr txBox="1"/>
          <p:nvPr/>
        </p:nvSpPr>
        <p:spPr>
          <a:xfrm>
            <a:off x="666750" y="6073279"/>
            <a:ext cx="125909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+ </a:t>
            </a:r>
            <a:endParaRPr/>
          </a:p>
        </p:txBody>
      </p:sp>
      <p:sp>
        <p:nvSpPr>
          <p:cNvPr id="155" name="文字 155"/>
          <p:cNvSpPr txBox="1"/>
          <p:nvPr/>
        </p:nvSpPr>
        <p:spPr>
          <a:xfrm>
            <a:off x="779959" y="6085344"/>
            <a:ext cx="52705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5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scripts/</a:t>
            </a:r>
            <a:endParaRPr/>
          </a:p>
        </p:txBody>
      </p:sp>
      <p:pic>
        <p:nvPicPr>
          <p:cNvPr id="156" name="slide-001-image-30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360017" y="5936754"/>
            <a:ext cx="139700" cy="114300"/>
          </a:xfrm>
          <a:prstGeom prst="rect">
            <a:avLst/>
          </a:prstGeom>
        </p:spPr>
      </p:pic>
      <p:sp>
        <p:nvSpPr>
          <p:cNvPr id="157" name="文字 157"/>
          <p:cNvSpPr txBox="1"/>
          <p:nvPr/>
        </p:nvSpPr>
        <p:spPr>
          <a:xfrm>
            <a:off x="2499717" y="5758458"/>
            <a:ext cx="200918" cy="95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u="none" spc="91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分发</a:t>
            </a:r>
            <a:endParaRPr/>
          </a:p>
        </p:txBody>
      </p:sp>
      <p:sp>
        <p:nvSpPr>
          <p:cNvPr id="158" name="文字 158"/>
          <p:cNvSpPr txBox="1"/>
          <p:nvPr/>
        </p:nvSpPr>
        <p:spPr>
          <a:xfrm>
            <a:off x="2499717" y="5904508"/>
            <a:ext cx="82034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推 Git / 打 ZIP</a:t>
            </a:r>
            <a:endParaRPr/>
          </a:p>
        </p:txBody>
      </p:sp>
      <p:sp>
        <p:nvSpPr>
          <p:cNvPr id="159" name="文字 159"/>
          <p:cNvSpPr txBox="1"/>
          <p:nvPr/>
        </p:nvSpPr>
        <p:spPr>
          <a:xfrm>
            <a:off x="2499717" y="6070997"/>
            <a:ext cx="384373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标 v1.0</a:t>
            </a:r>
            <a:endParaRPr/>
          </a:p>
        </p:txBody>
      </p:sp>
      <p:pic>
        <p:nvPicPr>
          <p:cNvPr id="160" name="slide-001-image-31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193084" y="5936754"/>
            <a:ext cx="139700" cy="114300"/>
          </a:xfrm>
          <a:prstGeom prst="rect">
            <a:avLst/>
          </a:prstGeom>
        </p:spPr>
      </p:pic>
      <p:sp>
        <p:nvSpPr>
          <p:cNvPr id="161" name="文字 161"/>
          <p:cNvSpPr txBox="1"/>
          <p:nvPr/>
        </p:nvSpPr>
        <p:spPr>
          <a:xfrm>
            <a:off x="4332784" y="5758458"/>
            <a:ext cx="200918" cy="95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u="none" spc="91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安装</a:t>
            </a:r>
            <a:endParaRPr/>
          </a:p>
        </p:txBody>
      </p:sp>
      <p:sp>
        <p:nvSpPr>
          <p:cNvPr id="162" name="文字 162"/>
          <p:cNvSpPr txBox="1"/>
          <p:nvPr/>
        </p:nvSpPr>
        <p:spPr>
          <a:xfrm>
            <a:off x="4332784" y="5916573"/>
            <a:ext cx="912813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5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npx skills add</a:t>
            </a:r>
            <a:endParaRPr/>
          </a:p>
        </p:txBody>
      </p:sp>
      <p:sp>
        <p:nvSpPr>
          <p:cNvPr id="163" name="文字 163"/>
          <p:cNvSpPr txBox="1"/>
          <p:nvPr/>
        </p:nvSpPr>
        <p:spPr>
          <a:xfrm>
            <a:off x="4332784" y="6073279"/>
            <a:ext cx="29418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落到 </a:t>
            </a:r>
            <a:endParaRPr/>
          </a:p>
        </p:txBody>
      </p:sp>
      <p:sp>
        <p:nvSpPr>
          <p:cNvPr id="164" name="文字 164"/>
          <p:cNvSpPr txBox="1"/>
          <p:nvPr/>
        </p:nvSpPr>
        <p:spPr>
          <a:xfrm>
            <a:off x="4614267" y="6085344"/>
            <a:ext cx="1105595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5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~/.agents/skills/</a:t>
            </a:r>
            <a:endParaRPr/>
          </a:p>
        </p:txBody>
      </p:sp>
      <p:pic>
        <p:nvPicPr>
          <p:cNvPr id="165" name="slide-001-image-32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026051" y="5936754"/>
            <a:ext cx="139700" cy="114300"/>
          </a:xfrm>
          <a:prstGeom prst="rect">
            <a:avLst/>
          </a:prstGeom>
        </p:spPr>
      </p:pic>
      <p:sp>
        <p:nvSpPr>
          <p:cNvPr id="166" name="文字 166"/>
          <p:cNvSpPr txBox="1"/>
          <p:nvPr/>
        </p:nvSpPr>
        <p:spPr>
          <a:xfrm>
            <a:off x="6165751" y="5758458"/>
            <a:ext cx="200918" cy="95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u="none" spc="91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使用</a:t>
            </a:r>
            <a:endParaRPr/>
          </a:p>
        </p:txBody>
      </p:sp>
      <p:sp>
        <p:nvSpPr>
          <p:cNvPr id="167" name="文字 167"/>
          <p:cNvSpPr txBox="1"/>
          <p:nvPr/>
        </p:nvSpPr>
        <p:spPr>
          <a:xfrm>
            <a:off x="6165751" y="5916573"/>
            <a:ext cx="977106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5" b="1" i="0" u="none" spc="-9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/pdf-processing</a:t>
            </a:r>
            <a:endParaRPr/>
          </a:p>
        </p:txBody>
      </p:sp>
      <p:sp>
        <p:nvSpPr>
          <p:cNvPr id="168" name="文字 168"/>
          <p:cNvSpPr txBox="1"/>
          <p:nvPr/>
        </p:nvSpPr>
        <p:spPr>
          <a:xfrm>
            <a:off x="6165751" y="6073279"/>
            <a:ext cx="76775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合并三个 PDF</a:t>
            </a:r>
            <a:endParaRPr/>
          </a:p>
        </p:txBody>
      </p:sp>
      <p:pic>
        <p:nvPicPr>
          <p:cNvPr id="169" name="slide-001-image-33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859117" y="5936754"/>
            <a:ext cx="139700" cy="114300"/>
          </a:xfrm>
          <a:prstGeom prst="rect">
            <a:avLst/>
          </a:prstGeom>
        </p:spPr>
      </p:pic>
      <p:sp>
        <p:nvSpPr>
          <p:cNvPr id="170" name="文字 170"/>
          <p:cNvSpPr txBox="1"/>
          <p:nvPr/>
        </p:nvSpPr>
        <p:spPr>
          <a:xfrm>
            <a:off x="7998817" y="5758458"/>
            <a:ext cx="200918" cy="95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u="none" spc="91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验收</a:t>
            </a:r>
            <a:endParaRPr/>
          </a:p>
        </p:txBody>
      </p:sp>
      <p:sp>
        <p:nvSpPr>
          <p:cNvPr id="171" name="文字 171"/>
          <p:cNvSpPr txBox="1"/>
          <p:nvPr/>
        </p:nvSpPr>
        <p:spPr>
          <a:xfrm>
            <a:off x="7998817" y="5904508"/>
            <a:ext cx="85725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页数、文本完整</a:t>
            </a:r>
            <a:endParaRPr/>
          </a:p>
        </p:txBody>
      </p:sp>
      <p:sp>
        <p:nvSpPr>
          <p:cNvPr id="172" name="文字 172"/>
          <p:cNvSpPr txBox="1"/>
          <p:nvPr/>
        </p:nvSpPr>
        <p:spPr>
          <a:xfrm>
            <a:off x="7998817" y="6070997"/>
            <a:ext cx="61595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输出能打开</a:t>
            </a:r>
            <a:endParaRPr/>
          </a:p>
        </p:txBody>
      </p:sp>
      <p:pic>
        <p:nvPicPr>
          <p:cNvPr id="173" name="slide-001-image-34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692184" y="5936754"/>
            <a:ext cx="139700" cy="114300"/>
          </a:xfrm>
          <a:prstGeom prst="rect">
            <a:avLst/>
          </a:prstGeom>
        </p:spPr>
      </p:pic>
      <p:sp>
        <p:nvSpPr>
          <p:cNvPr id="174" name="文字 174"/>
          <p:cNvSpPr txBox="1"/>
          <p:nvPr/>
        </p:nvSpPr>
        <p:spPr>
          <a:xfrm>
            <a:off x="9831884" y="5758458"/>
            <a:ext cx="200918" cy="95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u="none" spc="91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反馈</a:t>
            </a:r>
            <a:endParaRPr/>
          </a:p>
        </p:txBody>
      </p:sp>
      <p:sp>
        <p:nvSpPr>
          <p:cNvPr id="175" name="文字 175"/>
          <p:cNvSpPr txBox="1"/>
          <p:nvPr/>
        </p:nvSpPr>
        <p:spPr>
          <a:xfrm>
            <a:off x="9831884" y="5904508"/>
            <a:ext cx="71695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补 OCR 说明</a:t>
            </a:r>
            <a:endParaRPr/>
          </a:p>
        </p:txBody>
      </p:sp>
      <p:sp>
        <p:nvSpPr>
          <p:cNvPr id="176" name="文字 176"/>
          <p:cNvSpPr txBox="1"/>
          <p:nvPr/>
        </p:nvSpPr>
        <p:spPr>
          <a:xfrm>
            <a:off x="9831884" y="6070997"/>
            <a:ext cx="360362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 v1.1</a:t>
            </a:r>
            <a:endParaRPr/>
          </a:p>
        </p:txBody>
      </p:sp>
      <p:pic>
        <p:nvPicPr>
          <p:cNvPr id="177" name="slide-001-image-35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33400" y="6419850"/>
            <a:ext cx="11125200" cy="222250"/>
          </a:xfrm>
          <a:prstGeom prst="rect">
            <a:avLst/>
          </a:prstGeom>
        </p:spPr>
      </p:pic>
      <p:sp>
        <p:nvSpPr>
          <p:cNvPr id="178" name="文字 178"/>
          <p:cNvSpPr txBox="1"/>
          <p:nvPr/>
        </p:nvSpPr>
        <p:spPr>
          <a:xfrm>
            <a:off x="533400" y="6508750"/>
            <a:ext cx="312737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38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追溯链</a:t>
            </a:r>
            <a:endParaRPr/>
          </a:p>
        </p:txBody>
      </p:sp>
      <p:sp>
        <p:nvSpPr>
          <p:cNvPr id="179" name="文字 179"/>
          <p:cNvSpPr txBox="1"/>
          <p:nvPr/>
        </p:nvSpPr>
        <p:spPr>
          <a:xfrm>
            <a:off x="890587" y="6508750"/>
            <a:ext cx="39370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资产标识</a:t>
            </a:r>
            <a:endParaRPr/>
          </a:p>
        </p:txBody>
      </p:sp>
      <p:sp>
        <p:nvSpPr>
          <p:cNvPr id="180" name="文字 180"/>
          <p:cNvSpPr txBox="1"/>
          <p:nvPr/>
        </p:nvSpPr>
        <p:spPr>
          <a:xfrm>
            <a:off x="1271588" y="6508750"/>
            <a:ext cx="184745" cy="114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B9B9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 → </a:t>
            </a:r>
            <a:endParaRPr/>
          </a:p>
        </p:txBody>
      </p:sp>
      <p:sp>
        <p:nvSpPr>
          <p:cNvPr id="181" name="文字 181"/>
          <p:cNvSpPr txBox="1"/>
          <p:nvPr/>
        </p:nvSpPr>
        <p:spPr>
          <a:xfrm>
            <a:off x="1443633" y="6508750"/>
            <a:ext cx="39370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发布版本</a:t>
            </a:r>
            <a:endParaRPr/>
          </a:p>
        </p:txBody>
      </p:sp>
      <p:sp>
        <p:nvSpPr>
          <p:cNvPr id="182" name="文字 182"/>
          <p:cNvSpPr txBox="1"/>
          <p:nvPr/>
        </p:nvSpPr>
        <p:spPr>
          <a:xfrm>
            <a:off x="1824633" y="6508750"/>
            <a:ext cx="184745" cy="114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B9B9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 → </a:t>
            </a:r>
            <a:endParaRPr/>
          </a:p>
        </p:txBody>
      </p:sp>
      <p:sp>
        <p:nvSpPr>
          <p:cNvPr id="183" name="文字 183"/>
          <p:cNvSpPr txBox="1"/>
          <p:nvPr/>
        </p:nvSpPr>
        <p:spPr>
          <a:xfrm>
            <a:off x="1996678" y="6508750"/>
            <a:ext cx="39370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安装实例</a:t>
            </a:r>
            <a:endParaRPr/>
          </a:p>
        </p:txBody>
      </p:sp>
      <p:sp>
        <p:nvSpPr>
          <p:cNvPr id="184" name="文字 184"/>
          <p:cNvSpPr txBox="1"/>
          <p:nvPr/>
        </p:nvSpPr>
        <p:spPr>
          <a:xfrm>
            <a:off x="2377678" y="6508750"/>
            <a:ext cx="184745" cy="114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B9B9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 → </a:t>
            </a:r>
            <a:endParaRPr/>
          </a:p>
        </p:txBody>
      </p:sp>
      <p:sp>
        <p:nvSpPr>
          <p:cNvPr id="185" name="文字 185"/>
          <p:cNvSpPr txBox="1"/>
          <p:nvPr/>
        </p:nvSpPr>
        <p:spPr>
          <a:xfrm>
            <a:off x="2549724" y="6508750"/>
            <a:ext cx="39370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使用记录</a:t>
            </a:r>
            <a:endParaRPr/>
          </a:p>
        </p:txBody>
      </p:sp>
      <p:sp>
        <p:nvSpPr>
          <p:cNvPr id="186" name="文字 186"/>
          <p:cNvSpPr txBox="1"/>
          <p:nvPr/>
        </p:nvSpPr>
        <p:spPr>
          <a:xfrm>
            <a:off x="8720138" y="6511925"/>
            <a:ext cx="212725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38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口径</a:t>
            </a:r>
            <a:endParaRPr/>
          </a:p>
        </p:txBody>
      </p:sp>
      <p:sp>
        <p:nvSpPr>
          <p:cNvPr id="187" name="文字 187"/>
          <p:cNvSpPr txBox="1"/>
          <p:nvPr/>
        </p:nvSpPr>
        <p:spPr>
          <a:xfrm>
            <a:off x="8977312" y="6511925"/>
            <a:ext cx="29845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已上架</a:t>
            </a:r>
            <a:endParaRPr/>
          </a:p>
        </p:txBody>
      </p:sp>
      <p:sp>
        <p:nvSpPr>
          <p:cNvPr id="188" name="文字 188"/>
          <p:cNvSpPr txBox="1"/>
          <p:nvPr/>
        </p:nvSpPr>
        <p:spPr>
          <a:xfrm>
            <a:off x="9263062" y="6511925"/>
            <a:ext cx="150812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 ≠ </a:t>
            </a:r>
            <a:endParaRPr/>
          </a:p>
        </p:txBody>
      </p:sp>
      <p:sp>
        <p:nvSpPr>
          <p:cNvPr id="189" name="文字 189"/>
          <p:cNvSpPr txBox="1"/>
          <p:nvPr/>
        </p:nvSpPr>
        <p:spPr>
          <a:xfrm>
            <a:off x="9401175" y="6511925"/>
            <a:ext cx="29845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可获取</a:t>
            </a:r>
            <a:endParaRPr/>
          </a:p>
        </p:txBody>
      </p:sp>
      <p:sp>
        <p:nvSpPr>
          <p:cNvPr id="190" name="文字 190"/>
          <p:cNvSpPr txBox="1"/>
          <p:nvPr/>
        </p:nvSpPr>
        <p:spPr>
          <a:xfrm>
            <a:off x="9801225" y="6511925"/>
            <a:ext cx="60325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C9C9C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·</a:t>
            </a:r>
            <a:endParaRPr/>
          </a:p>
        </p:txBody>
      </p:sp>
      <p:sp>
        <p:nvSpPr>
          <p:cNvPr id="191" name="文字 191"/>
          <p:cNvSpPr txBox="1"/>
          <p:nvPr/>
        </p:nvSpPr>
        <p:spPr>
          <a:xfrm>
            <a:off x="9963151" y="6511925"/>
            <a:ext cx="29845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已安装</a:t>
            </a:r>
            <a:endParaRPr/>
          </a:p>
        </p:txBody>
      </p:sp>
      <p:sp>
        <p:nvSpPr>
          <p:cNvPr id="192" name="文字 192"/>
          <p:cNvSpPr txBox="1"/>
          <p:nvPr/>
        </p:nvSpPr>
        <p:spPr>
          <a:xfrm>
            <a:off x="10248901" y="6511925"/>
            <a:ext cx="150812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 ≠ </a:t>
            </a:r>
            <a:endParaRPr/>
          </a:p>
        </p:txBody>
      </p:sp>
      <p:sp>
        <p:nvSpPr>
          <p:cNvPr id="193" name="文字 193"/>
          <p:cNvSpPr txBox="1"/>
          <p:nvPr/>
        </p:nvSpPr>
        <p:spPr>
          <a:xfrm>
            <a:off x="10387013" y="6511925"/>
            <a:ext cx="29845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已就绪</a:t>
            </a:r>
            <a:endParaRPr/>
          </a:p>
        </p:txBody>
      </p:sp>
      <p:sp>
        <p:nvSpPr>
          <p:cNvPr id="194" name="文字 194"/>
          <p:cNvSpPr txBox="1"/>
          <p:nvPr/>
        </p:nvSpPr>
        <p:spPr>
          <a:xfrm>
            <a:off x="10787063" y="6511925"/>
            <a:ext cx="60325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C9C9C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·</a:t>
            </a:r>
            <a:endParaRPr/>
          </a:p>
        </p:txBody>
      </p:sp>
      <p:sp>
        <p:nvSpPr>
          <p:cNvPr id="195" name="文字 195"/>
          <p:cNvSpPr txBox="1"/>
          <p:nvPr/>
        </p:nvSpPr>
        <p:spPr>
          <a:xfrm>
            <a:off x="10948988" y="6511925"/>
            <a:ext cx="29845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已调用</a:t>
            </a:r>
            <a:endParaRPr/>
          </a:p>
        </p:txBody>
      </p:sp>
      <p:sp>
        <p:nvSpPr>
          <p:cNvPr id="196" name="文字 196"/>
          <p:cNvSpPr txBox="1"/>
          <p:nvPr/>
        </p:nvSpPr>
        <p:spPr>
          <a:xfrm>
            <a:off x="11234738" y="6511925"/>
            <a:ext cx="150812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 ≠ </a:t>
            </a:r>
            <a:endParaRPr/>
          </a:p>
        </p:txBody>
      </p:sp>
      <p:sp>
        <p:nvSpPr>
          <p:cNvPr id="197" name="文字 197"/>
          <p:cNvSpPr txBox="1"/>
          <p:nvPr/>
        </p:nvSpPr>
        <p:spPr>
          <a:xfrm>
            <a:off x="11372850" y="6511925"/>
            <a:ext cx="29845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8A8A9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已验收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